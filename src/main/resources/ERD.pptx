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791F8C-81AF-FC84-A000-7636B256D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1F3701-569E-CBC2-5975-BBA5F53E3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841D9-1DF9-FD71-6266-0197759F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484A5C-5379-615F-59AD-712BF56F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BF347B-1688-48D0-79B8-BE94132F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53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275D42-9945-7922-9123-C282279D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48EEC6-DBEE-7A5E-D568-3D993E96F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BF4B9B-7369-C1F0-FA76-49E1F79A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CD8DA-208C-3F28-B3D0-18D4E719A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7772C4-55D2-FBF4-BE2D-F8EB3C65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71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97F56-64C2-EACF-E5C7-628309F16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719EB2-DEC2-E515-D6D9-A3DEC4FD1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37A0D5-CBAC-5F51-50E4-B5759B4D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30FCF2-5766-867B-6A9B-ED7D646B2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D2203D-7974-A7AD-AD4C-8A7AEC750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982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AB213-699C-BFB1-4A3F-F4DF7CAE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65798F-69AA-77D0-8F07-35D2E2CFB7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DC3132-CBB6-8E54-CC95-CA9AE5CA5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582CFF-86DA-4AEA-6062-6CCF0B63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3183A5-D383-CDE6-136E-1F505EAE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9C4F02-7569-ADC8-6FCF-7794C2756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923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C8A82-6CF5-FF06-2B73-52EC99F4A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A7A798-1733-FABC-BEEE-B73DF109B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D55E81-6B92-8AB8-BCC3-A926A228A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C1A5E4-E053-BF0C-E06E-70B3C68AA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8F0A46-25A6-1ECB-7781-571710703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743CED-C3DC-C2F3-EA88-BB17CD77B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45F3E5-F7B1-6440-AEB1-6C6699E1B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295CBDD-6C00-A71B-AE07-F22216108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783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F52A6-FCB6-96D1-3908-C2EA84F27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A96789-E7F3-1E02-94F6-193E231A1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059A50-02DA-7392-FFCC-73F0898D1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B8C85E-3A76-6A94-A9AF-480D3753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013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8BADF0-229F-3D99-3D0E-CEB90987B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429705-E7EA-AA80-A8E2-5858BEE9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CFA790-F774-AF3C-2C73-0991A4B3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607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E304F-C6AF-C381-6C26-46BBE0273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5DAB37-BCAF-ADFC-DA8C-398555A51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30789F-B38D-FA9F-1AB3-75054BBEC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F12907-8410-0E7B-51A3-6D53A5C8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E859D3-84EF-E932-9A43-7C00B8AF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43BFD1-37CB-2279-A0B0-277F3314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534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646E5-F90C-37CB-B649-3A3766E81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9E2860-DED2-A1DF-7DC8-3E9E8A278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376823-B8DD-484B-7E5F-4825BD187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CA4CBD-D3EA-2762-8800-CF8261236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C3ACEA-1803-9158-692C-8ECFA3DC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C63C1A-958E-9AC3-D3B5-B54379C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942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2E7762-DBC7-8625-ED0A-F63ECBC71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9500A4-1B67-06BB-B3EB-5C29BB337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6C916B-E5CB-DB55-D63B-61FA14CF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6B4D01-E1AA-BB35-5BA1-2C44C4E9E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C3E6DB-99D5-79B5-0B92-8B9F0C143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045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CEA3BC-9453-B180-238F-1DFBB1A945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EB1FD3-21A7-C960-90DB-615FE91B4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CEF9B-DF56-048E-EB00-F8F72FE6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82126E-FDEF-A73B-2E8A-F5F572DD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BCB83E-8AEB-14C4-8FAE-2A12C424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380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EC2CC0-1F48-31F8-3ACC-768689588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83357C-7804-5C0B-21B4-BAF204BE7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81B095-EF9F-1996-C084-B7E9763EF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C09C2-E092-4144-882C-C63DAB5D4ADB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12AB15-511A-0B07-8D58-B2CDF14D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2ED51-0328-CA90-8FBA-74A15CA538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466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A33117B-2189-A080-22C5-DED5E0459C0B}"/>
              </a:ext>
            </a:extLst>
          </p:cNvPr>
          <p:cNvSpPr/>
          <p:nvPr/>
        </p:nvSpPr>
        <p:spPr>
          <a:xfrm>
            <a:off x="486562" y="1742812"/>
            <a:ext cx="3171038" cy="3372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Board</a:t>
            </a:r>
          </a:p>
          <a:p>
            <a:endParaRPr lang="en-US" altLang="ko-KR" b="1" dirty="0"/>
          </a:p>
          <a:p>
            <a:r>
              <a:rPr lang="en-US" altLang="ko-KR" b="1" dirty="0" err="1"/>
              <a:t>board_id</a:t>
            </a:r>
            <a:r>
              <a:rPr lang="en-US" altLang="ko-KR" b="1" dirty="0"/>
              <a:t> (PK)</a:t>
            </a:r>
          </a:p>
          <a:p>
            <a:r>
              <a:rPr lang="en-US" altLang="ko-KR" b="1" dirty="0"/>
              <a:t>name</a:t>
            </a:r>
          </a:p>
          <a:p>
            <a:r>
              <a:rPr lang="en-US" altLang="ko-KR" b="1" dirty="0"/>
              <a:t>description</a:t>
            </a:r>
          </a:p>
          <a:p>
            <a:r>
              <a:rPr lang="en-US" altLang="ko-KR" b="1" dirty="0" err="1"/>
              <a:t>user_active</a:t>
            </a:r>
            <a:endParaRPr lang="en-US" altLang="ko-KR" b="1" dirty="0"/>
          </a:p>
          <a:p>
            <a:r>
              <a:rPr lang="en-US" altLang="ko-KR" b="1" dirty="0" err="1"/>
              <a:t>admin_active</a:t>
            </a:r>
            <a:endParaRPr lang="en-US" altLang="ko-KR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BFF78F-D1BE-3482-12F9-4095BA3EC3E7}"/>
              </a:ext>
            </a:extLst>
          </p:cNvPr>
          <p:cNvSpPr/>
          <p:nvPr/>
        </p:nvSpPr>
        <p:spPr>
          <a:xfrm>
            <a:off x="4363674" y="568354"/>
            <a:ext cx="3171038" cy="5721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Post</a:t>
            </a:r>
          </a:p>
          <a:p>
            <a:endParaRPr lang="en-US" altLang="ko-KR" b="1" dirty="0"/>
          </a:p>
          <a:p>
            <a:r>
              <a:rPr lang="en-US" altLang="ko-KR" b="1" dirty="0" err="1"/>
              <a:t>post_id</a:t>
            </a:r>
            <a:r>
              <a:rPr lang="en-US" altLang="ko-KR" b="1" dirty="0"/>
              <a:t> (PK)</a:t>
            </a:r>
          </a:p>
          <a:p>
            <a:r>
              <a:rPr lang="en-US" altLang="ko-KR" b="1" dirty="0" err="1"/>
              <a:t>board_id</a:t>
            </a:r>
            <a:r>
              <a:rPr lang="en-US" altLang="ko-KR" b="1" dirty="0"/>
              <a:t> </a:t>
            </a:r>
          </a:p>
          <a:p>
            <a:r>
              <a:rPr lang="en-US" altLang="ko-KR" b="1" dirty="0"/>
              <a:t>(FK → </a:t>
            </a:r>
            <a:r>
              <a:rPr lang="en-US" altLang="ko-KR" b="1" dirty="0" err="1"/>
              <a:t>Board.board_id</a:t>
            </a:r>
            <a:r>
              <a:rPr lang="en-US" altLang="ko-KR" b="1" dirty="0"/>
              <a:t>)</a:t>
            </a:r>
          </a:p>
          <a:p>
            <a:r>
              <a:rPr lang="en-US" altLang="ko-KR" b="1" dirty="0" err="1"/>
              <a:t>author_id</a:t>
            </a:r>
            <a:endParaRPr lang="en-US" altLang="ko-KR" b="1" dirty="0"/>
          </a:p>
          <a:p>
            <a:r>
              <a:rPr lang="en-US" altLang="ko-KR" b="1" dirty="0"/>
              <a:t>password</a:t>
            </a:r>
          </a:p>
          <a:p>
            <a:r>
              <a:rPr lang="en-US" altLang="ko-KR" b="1" dirty="0"/>
              <a:t>title</a:t>
            </a:r>
          </a:p>
          <a:p>
            <a:r>
              <a:rPr lang="en-US" altLang="ko-KR" b="1" dirty="0"/>
              <a:t>content</a:t>
            </a:r>
          </a:p>
          <a:p>
            <a:r>
              <a:rPr lang="en-US" altLang="ko-KR" b="1" dirty="0" err="1"/>
              <a:t>view_count</a:t>
            </a:r>
            <a:endParaRPr lang="en-US" altLang="ko-KR" b="1" dirty="0"/>
          </a:p>
          <a:p>
            <a:r>
              <a:rPr lang="en-US" altLang="ko-KR" b="1" dirty="0" err="1"/>
              <a:t>ip_hash</a:t>
            </a:r>
            <a:endParaRPr lang="en-US" altLang="ko-KR" b="1" dirty="0"/>
          </a:p>
          <a:p>
            <a:r>
              <a:rPr lang="en-US" altLang="ko-KR" b="1" dirty="0" err="1"/>
              <a:t>created_at</a:t>
            </a:r>
            <a:endParaRPr lang="en-US" altLang="ko-KR" b="1" dirty="0"/>
          </a:p>
          <a:p>
            <a:r>
              <a:rPr lang="en-US" altLang="ko-KR" b="1" dirty="0" err="1"/>
              <a:t>updated_at</a:t>
            </a:r>
            <a:endParaRPr lang="en-US" altLang="ko-KR" b="1" dirty="0"/>
          </a:p>
          <a:p>
            <a:r>
              <a:rPr lang="en-US" altLang="ko-KR" b="1" dirty="0" err="1"/>
              <a:t>attachment_url</a:t>
            </a:r>
            <a:endParaRPr lang="en-US" altLang="ko-KR" b="1" dirty="0"/>
          </a:p>
          <a:p>
            <a:r>
              <a:rPr lang="en-US" altLang="ko-KR" b="1" dirty="0" err="1"/>
              <a:t>thumbnail_url</a:t>
            </a:r>
            <a:endParaRPr lang="en-US" altLang="ko-KR" b="1" dirty="0"/>
          </a:p>
          <a:p>
            <a:r>
              <a:rPr lang="en-US" altLang="ko-KR" b="1" dirty="0" err="1"/>
              <a:t>access_level</a:t>
            </a:r>
            <a:endParaRPr lang="en-US" altLang="ko-KR" b="1" dirty="0"/>
          </a:p>
          <a:p>
            <a:r>
              <a:rPr lang="en-US" altLang="ko-KR" b="1" dirty="0"/>
              <a:t>status</a:t>
            </a:r>
          </a:p>
          <a:p>
            <a:r>
              <a:rPr lang="en-US" altLang="ko-KR" b="1" dirty="0" err="1"/>
              <a:t>is_notice</a:t>
            </a:r>
            <a:endParaRPr lang="en-US" altLang="ko-KR" b="1" dirty="0"/>
          </a:p>
          <a:p>
            <a:r>
              <a:rPr lang="en-US" altLang="ko-KR" b="1" dirty="0" err="1"/>
              <a:t>is_secret</a:t>
            </a:r>
            <a:endParaRPr lang="en-US" altLang="ko-KR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63D0B8-296E-77CB-AA2B-FC5E22679469}"/>
              </a:ext>
            </a:extLst>
          </p:cNvPr>
          <p:cNvSpPr/>
          <p:nvPr/>
        </p:nvSpPr>
        <p:spPr>
          <a:xfrm>
            <a:off x="8416954" y="1544622"/>
            <a:ext cx="3171038" cy="37687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Comment</a:t>
            </a:r>
          </a:p>
          <a:p>
            <a:endParaRPr lang="en-US" altLang="ko-KR" b="1" dirty="0"/>
          </a:p>
          <a:p>
            <a:r>
              <a:rPr lang="en-US" altLang="ko-KR" b="1" dirty="0" err="1"/>
              <a:t>comment_id</a:t>
            </a:r>
            <a:r>
              <a:rPr lang="en-US" altLang="ko-KR" b="1" dirty="0"/>
              <a:t> (PK)</a:t>
            </a:r>
          </a:p>
          <a:p>
            <a:r>
              <a:rPr lang="en-US" altLang="ko-KR" b="1" dirty="0" err="1"/>
              <a:t>post_id</a:t>
            </a:r>
            <a:r>
              <a:rPr lang="en-US" altLang="ko-KR" b="1" dirty="0"/>
              <a:t> </a:t>
            </a:r>
          </a:p>
          <a:p>
            <a:r>
              <a:rPr lang="en-US" altLang="ko-KR" b="1" dirty="0"/>
              <a:t>(FK → </a:t>
            </a:r>
            <a:r>
              <a:rPr lang="en-US" altLang="ko-KR" b="1" dirty="0" err="1"/>
              <a:t>Post.post_id</a:t>
            </a:r>
            <a:r>
              <a:rPr lang="en-US" altLang="ko-KR" b="1" dirty="0"/>
              <a:t>)</a:t>
            </a:r>
          </a:p>
          <a:p>
            <a:r>
              <a:rPr lang="en-US" altLang="ko-KR" b="1" dirty="0" err="1"/>
              <a:t>author_id</a:t>
            </a:r>
            <a:endParaRPr lang="en-US" altLang="ko-KR" b="1" dirty="0"/>
          </a:p>
          <a:p>
            <a:r>
              <a:rPr lang="en-US" altLang="ko-KR" b="1" dirty="0"/>
              <a:t>password</a:t>
            </a:r>
          </a:p>
          <a:p>
            <a:r>
              <a:rPr lang="en-US" altLang="ko-KR" b="1" dirty="0"/>
              <a:t>content</a:t>
            </a:r>
          </a:p>
          <a:p>
            <a:r>
              <a:rPr lang="en-US" altLang="ko-KR" b="1" dirty="0" err="1"/>
              <a:t>ip_hash</a:t>
            </a:r>
            <a:endParaRPr lang="en-US" altLang="ko-KR" b="1" dirty="0"/>
          </a:p>
          <a:p>
            <a:r>
              <a:rPr lang="en-US" altLang="ko-KR" b="1" dirty="0" err="1"/>
              <a:t>created_at</a:t>
            </a:r>
            <a:endParaRPr lang="en-US" altLang="ko-KR" b="1" dirty="0"/>
          </a:p>
          <a:p>
            <a:r>
              <a:rPr lang="en-US" altLang="ko-KR" b="1" dirty="0" err="1"/>
              <a:t>updated_at</a:t>
            </a:r>
            <a:endParaRPr lang="en-US" altLang="ko-KR" b="1" dirty="0"/>
          </a:p>
          <a:p>
            <a:endParaRPr lang="en-US" altLang="ko-KR" b="1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B5D9472-C85A-C09E-003C-B9AD71930C46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657600" y="3429000"/>
            <a:ext cx="7060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43DCEEA-7B07-B9F5-9BA9-9485DF17D5B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7534712" y="3428999"/>
            <a:ext cx="8822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D926212-4229-7D1D-02D8-8ACEDF887CD1}"/>
              </a:ext>
            </a:extLst>
          </p:cNvPr>
          <p:cNvSpPr txBox="1"/>
          <p:nvPr/>
        </p:nvSpPr>
        <p:spPr>
          <a:xfrm>
            <a:off x="3741172" y="3059667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1:N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8C8233-CBE7-3AD0-1054-70E9F4333FEF}"/>
              </a:ext>
            </a:extLst>
          </p:cNvPr>
          <p:cNvSpPr txBox="1"/>
          <p:nvPr/>
        </p:nvSpPr>
        <p:spPr>
          <a:xfrm>
            <a:off x="7706368" y="2993953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1:N</a:t>
            </a:r>
          </a:p>
        </p:txBody>
      </p:sp>
    </p:spTree>
    <p:extLst>
      <p:ext uri="{BB962C8B-B14F-4D97-AF65-F5344CB8AC3E}">
        <p14:creationId xmlns:p14="http://schemas.microsoft.com/office/powerpoint/2010/main" val="1052933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107</Words>
  <Application>Microsoft Office PowerPoint</Application>
  <PresentationFormat>와이드스크린</PresentationFormat>
  <Paragraphs>39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JeongHoon Hong</dc:creator>
  <cp:lastModifiedBy>JeongHoon Hong</cp:lastModifiedBy>
  <cp:revision>4</cp:revision>
  <dcterms:created xsi:type="dcterms:W3CDTF">2025-12-09T00:51:01Z</dcterms:created>
  <dcterms:modified xsi:type="dcterms:W3CDTF">2025-12-11T01:27:04Z</dcterms:modified>
</cp:coreProperties>
</file>